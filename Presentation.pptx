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9" r:id="rId4"/>
    <p:sldId id="261" r:id="rId5"/>
    <p:sldId id="263" r:id="rId6"/>
    <p:sldId id="262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2B3C1B-E1A7-3D48-AFC6-F68A47174D54}" v="144" dt="2023-04-18T01:03:54.019"/>
    <p1510:client id="{87297C05-6CD2-400B-A6AA-992A5485F90B}" v="1230" dt="2023-04-18T02:26:42.890"/>
    <p1510:client id="{C0171A49-E576-0FAE-EC4C-7C8BC1E8EAE4}" v="113" dt="2023-04-18T17:50:13.3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31312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722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1820873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0409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8268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093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32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70247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47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98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01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F928AB95-D1A8-43B9-9993-54F32BEB2F2F}" type="datetimeFigureOut">
              <a:rPr lang="en-US" smtClean="0"/>
              <a:t>4/18/2023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3693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ri_Balakrishnan" TargetMode="External"/><Relationship Id="rId2" Type="http://schemas.openxmlformats.org/officeDocument/2006/relationships/hyperlink" Target="https://en.wikipedia.org/wiki/Ion_Stoica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://pdos.csail.mit.edu/papers/chord:sigcomm01/chord_sigcomm.pdf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jack.gordley@vanderbilt.edu" TargetMode="External"/><Relationship Id="rId2" Type="http://schemas.openxmlformats.org/officeDocument/2006/relationships/hyperlink" Target="mailto:terence.schofield@vanderbilt.edu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mailto:patrick.Muradaz@vanderbilt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D22FF-0EC5-1E9E-5880-81033E2DE9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Dynamic DHT VISUALIZATION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AD07A2-3F02-F374-7872-3C327B4E35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Terence Schofield, John Gordley, Patrick </a:t>
            </a:r>
            <a:r>
              <a:rPr lang="en-US" err="1"/>
              <a:t>Muradaz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989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B17F-9481-BBF7-C93A-263F354A1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10795179" cy="1492132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What do we want to accomplish?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7F069-DCA0-1091-BAD8-415B67C90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548191"/>
            <a:ext cx="10178322" cy="378096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We aim to make the DHT ring that was started in PA2 more dynamic</a:t>
            </a:r>
          </a:p>
          <a:p>
            <a:pPr lvl="1"/>
            <a:r>
              <a:rPr lang="en-US" dirty="0"/>
              <a:t>Existing DHT nodes will be capable of incorporating newly arriving nodes into the ring</a:t>
            </a:r>
          </a:p>
          <a:p>
            <a:pPr lvl="1"/>
            <a:r>
              <a:rPr lang="en-US" dirty="0"/>
              <a:t>The DHT ring will incorporate short-cuts logic to allow for log(n) lookup time</a:t>
            </a:r>
          </a:p>
          <a:p>
            <a:endParaRPr lang="en-US"/>
          </a:p>
          <a:p>
            <a:r>
              <a:rPr lang="en-US" dirty="0"/>
              <a:t>We would also like to add visualizations to the DHT ring</a:t>
            </a:r>
          </a:p>
          <a:p>
            <a:pPr lvl="1"/>
            <a:r>
              <a:rPr lang="en-US" dirty="0"/>
              <a:t>We will be using the Python </a:t>
            </a:r>
            <a:r>
              <a:rPr lang="en-US" dirty="0" err="1"/>
              <a:t>tkinter</a:t>
            </a:r>
            <a:r>
              <a:rPr lang="en-US" dirty="0"/>
              <a:t> library to make an easily extendable 'plug and play' graphical display of the DHT ring in action as our experiments run</a:t>
            </a:r>
          </a:p>
          <a:p>
            <a:pPr lvl="1"/>
            <a:r>
              <a:rPr lang="en-US" dirty="0"/>
              <a:t>Make it as reusable as possible for usage by future students</a:t>
            </a:r>
          </a:p>
          <a:p>
            <a:pPr lvl="1"/>
            <a:endParaRPr lang="en-US"/>
          </a:p>
          <a:p>
            <a:r>
              <a:rPr lang="en-US" dirty="0"/>
              <a:t>We plan to demo the visualization of DHT ring as it handles pub/sub requests</a:t>
            </a:r>
          </a:p>
        </p:txBody>
      </p:sp>
      <p:pic>
        <p:nvPicPr>
          <p:cNvPr id="4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82BB871D-103E-9630-D6EA-FF701D151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4045" y="5828377"/>
            <a:ext cx="1821426" cy="102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41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52C82-7B06-916D-1DCB-69594451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DEED6-5859-F5D1-54FB-E67FA1491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717041"/>
            <a:ext cx="6995129" cy="3593591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/>
              <a:t>We will be building on top of the work done for PA 2 so we will be using </a:t>
            </a:r>
            <a:r>
              <a:rPr lang="en-US" b="1"/>
              <a:t>Python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We may also use </a:t>
            </a:r>
            <a:r>
              <a:rPr lang="en-US" b="1"/>
              <a:t>zookeeper</a:t>
            </a:r>
            <a:r>
              <a:rPr lang="en-US"/>
              <a:t> to implement some of the logic through the </a:t>
            </a:r>
            <a:r>
              <a:rPr lang="en-US" b="1"/>
              <a:t>kazoo </a:t>
            </a:r>
            <a:r>
              <a:rPr lang="en-US"/>
              <a:t>python package</a:t>
            </a:r>
          </a:p>
          <a:p>
            <a:pPr lvl="1"/>
            <a:r>
              <a:rPr lang="en-US">
                <a:ea typeface="+mn-lt"/>
                <a:cs typeface="+mn-lt"/>
              </a:rPr>
              <a:t>https://kazoo.readthedocs.io/en/latest/</a:t>
            </a:r>
            <a:endParaRPr lang="en-US"/>
          </a:p>
          <a:p>
            <a:pPr marL="0" indent="0">
              <a:buNone/>
            </a:pPr>
            <a:endParaRPr lang="en-US"/>
          </a:p>
          <a:p>
            <a:r>
              <a:rPr lang="en-US"/>
              <a:t>We will be using the</a:t>
            </a:r>
            <a:r>
              <a:rPr lang="en-US" b="1"/>
              <a:t> </a:t>
            </a:r>
            <a:r>
              <a:rPr lang="en-US" b="1" err="1"/>
              <a:t>tkinter</a:t>
            </a:r>
            <a:r>
              <a:rPr lang="en-US"/>
              <a:t> to build the graphical visualization of the DHT ring</a:t>
            </a:r>
          </a:p>
          <a:p>
            <a:pPr lvl="1"/>
            <a:r>
              <a:rPr lang="en-US">
                <a:ea typeface="+mn-lt"/>
                <a:cs typeface="+mn-lt"/>
              </a:rPr>
              <a:t>https://docs.python.org/3/library/tk.html</a:t>
            </a:r>
            <a:endParaRPr lang="en-US"/>
          </a:p>
        </p:txBody>
      </p:sp>
      <p:pic>
        <p:nvPicPr>
          <p:cNvPr id="4" name="Picture 4" descr="Logo&#10;&#10;Description automatically generated">
            <a:extLst>
              <a:ext uri="{FF2B5EF4-FFF2-40B4-BE49-F238E27FC236}">
                <a16:creationId xmlns:a16="http://schemas.microsoft.com/office/drawing/2014/main" id="{7198BBC8-EB93-21F3-B0EE-61FE9387E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884" y="533557"/>
            <a:ext cx="2104104" cy="2361885"/>
          </a:xfrm>
          <a:prstGeom prst="rect">
            <a:avLst/>
          </a:prstGeom>
        </p:spPr>
      </p:pic>
      <p:pic>
        <p:nvPicPr>
          <p:cNvPr id="6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BB561DC2-C0FB-6215-3B28-E87768E68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199" y="3429921"/>
            <a:ext cx="2877472" cy="1632769"/>
          </a:xfrm>
          <a:prstGeom prst="rect">
            <a:avLst/>
          </a:prstGeom>
        </p:spPr>
      </p:pic>
      <p:pic>
        <p:nvPicPr>
          <p:cNvPr id="8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A4A089DD-A7C6-132F-9C5B-972CAF5C9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4045" y="5828377"/>
            <a:ext cx="1821426" cy="102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560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129BC-D5EB-1348-6F38-437001417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47923-1F71-72FB-251B-0F71CD127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Implement the chord protocol as defined in Chord: A scalable peer-to-peer lookup service for internet applications [1]</a:t>
            </a:r>
          </a:p>
          <a:p>
            <a:r>
              <a:rPr lang="en-US"/>
              <a:t>We aim to designing and implementing such a visualization tool for the Chord protocol.</a:t>
            </a:r>
          </a:p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2114D-21C1-79C2-F1CD-6A366C7173AC}"/>
              </a:ext>
            </a:extLst>
          </p:cNvPr>
          <p:cNvSpPr txBox="1"/>
          <p:nvPr/>
        </p:nvSpPr>
        <p:spPr>
          <a:xfrm>
            <a:off x="1185003" y="6029466"/>
            <a:ext cx="8627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[1] </a:t>
            </a:r>
            <a:r>
              <a:rPr lang="en-US" sz="1400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2" tooltip="Ion Stoica"/>
              </a:rPr>
              <a:t>Stoica, I.</a:t>
            </a:r>
            <a:r>
              <a:rPr lang="en-US" sz="1400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; Morris, R.; </a:t>
            </a:r>
            <a:r>
              <a:rPr lang="en-US" sz="1400" b="0" i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Kaashoek</a:t>
            </a:r>
            <a:r>
              <a:rPr lang="en-US" sz="1400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M. F.; </a:t>
            </a:r>
            <a:r>
              <a:rPr lang="en-US" sz="1400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Hari Balakrishnan"/>
              </a:rPr>
              <a:t>Balakrishnan, H.</a:t>
            </a:r>
            <a:r>
              <a:rPr lang="en-US" sz="1400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(2001). </a:t>
            </a:r>
            <a:r>
              <a:rPr lang="en-US" sz="1400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4"/>
              </a:rPr>
              <a:t>"Chord: A scalable peer-to-peer lookup service for internet applications"</a:t>
            </a:r>
            <a:r>
              <a:rPr lang="en-US" sz="1400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(PDF). </a:t>
            </a:r>
            <a:r>
              <a:rPr lang="en-US" sz="1400" b="0" i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ACM SIGCOMM Computer Communication Review</a:t>
            </a:r>
            <a:r>
              <a:rPr lang="en-US" sz="1400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 </a:t>
            </a:r>
            <a:r>
              <a:rPr lang="en-US" sz="1400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31</a:t>
            </a:r>
            <a:r>
              <a:rPr lang="en-US" sz="1400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(4): 149</a:t>
            </a:r>
            <a:endParaRPr lang="en-US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C7C16E-1D2A-0A29-291B-C59AEDE88AD8}"/>
              </a:ext>
            </a:extLst>
          </p:cNvPr>
          <p:cNvSpPr txBox="1"/>
          <p:nvPr/>
        </p:nvSpPr>
        <p:spPr>
          <a:xfrm>
            <a:off x="1251677" y="1362671"/>
            <a:ext cx="102449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Means for visualizing the events and changes in an overlay network would be helpful for understanding, developing, verifying and demonstrating such networks. </a:t>
            </a:r>
          </a:p>
        </p:txBody>
      </p:sp>
      <p:pic>
        <p:nvPicPr>
          <p:cNvPr id="5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143C7F6F-AD0F-AE11-31DA-EE6620AD9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4045" y="5828377"/>
            <a:ext cx="1821426" cy="102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24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F6A-5288-9936-B4E6-8589524A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Logic Breakdown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D38F867-EEE4-CF6E-F2A7-35607BCBF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904" y="1790783"/>
            <a:ext cx="5569452" cy="35935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/>
              <a:t>DiscoveryAppln imports write_vis_command() function</a:t>
            </a:r>
          </a:p>
          <a:p>
            <a:pPr marL="457200" indent="-457200">
              <a:buAutoNum type="arabicPeriod"/>
            </a:pPr>
            <a:r>
              <a:rPr lang="en-US"/>
              <a:t>DiscoverAppln calls write_vis_command() on every lookup, registration, and is_ready request/response</a:t>
            </a:r>
          </a:p>
          <a:p>
            <a:pPr marL="457200" indent="-457200">
              <a:buAutoNum type="arabicPeriod"/>
            </a:pPr>
            <a:r>
              <a:rPr lang="en-US"/>
              <a:t>Commands are written to a shared txt file</a:t>
            </a:r>
          </a:p>
          <a:p>
            <a:pPr marL="457200" indent="-457200">
              <a:buAutoNum type="arabicPeriod"/>
            </a:pPr>
            <a:r>
              <a:rPr lang="en-US"/>
              <a:t>Visualization code checks the shared txt file for commands and creates a queue of animations</a:t>
            </a:r>
          </a:p>
        </p:txBody>
      </p:sp>
      <p:pic>
        <p:nvPicPr>
          <p:cNvPr id="8" name="Picture 8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F49455FF-2B19-C26A-2C88-808BB49AA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593" y="1462993"/>
            <a:ext cx="4980040" cy="39197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1E2789-7C3A-0615-91BB-E937AFDC6F08}"/>
              </a:ext>
            </a:extLst>
          </p:cNvPr>
          <p:cNvSpPr txBox="1"/>
          <p:nvPr/>
        </p:nvSpPr>
        <p:spPr>
          <a:xfrm>
            <a:off x="7214810" y="5473095"/>
            <a:ext cx="408818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DHT nodes visualized with tkinter</a:t>
            </a:r>
          </a:p>
        </p:txBody>
      </p:sp>
    </p:spTree>
    <p:extLst>
      <p:ext uri="{BB962C8B-B14F-4D97-AF65-F5344CB8AC3E}">
        <p14:creationId xmlns:p14="http://schemas.microsoft.com/office/powerpoint/2010/main" val="1227305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F6A-5288-9936-B4E6-8589524A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Plug and Play Visualization Code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59B47284-C365-E04A-A2D0-F23B7B9D5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0" y="1445779"/>
            <a:ext cx="10342880" cy="477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936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8D8E-3785-F207-309A-3D07BAB9D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Teammates and Work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8627F-3922-A1B5-45E6-D0189FF04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425678"/>
            <a:ext cx="10178322" cy="359359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Terence Schofield</a:t>
            </a:r>
          </a:p>
          <a:p>
            <a:pPr lvl="1"/>
            <a:r>
              <a:rPr lang="en-US" dirty="0"/>
              <a:t>Implementing short-cuts logic to allow for log(n) lookup time</a:t>
            </a:r>
          </a:p>
          <a:p>
            <a:pPr lvl="1"/>
            <a:r>
              <a:rPr lang="en-US" dirty="0"/>
              <a:t>Status:	in-progress</a:t>
            </a:r>
          </a:p>
          <a:p>
            <a:r>
              <a:rPr lang="en-US" dirty="0"/>
              <a:t>John Gordley</a:t>
            </a:r>
          </a:p>
          <a:p>
            <a:pPr lvl="1"/>
            <a:r>
              <a:rPr lang="en-US" dirty="0"/>
              <a:t>Implementing the reusable graphical visualization </a:t>
            </a:r>
            <a:r>
              <a:rPr lang="en-US" dirty="0" err="1"/>
              <a:t>tkinter</a:t>
            </a:r>
            <a:r>
              <a:rPr lang="en-US" dirty="0"/>
              <a:t> code</a:t>
            </a:r>
          </a:p>
          <a:p>
            <a:pPr lvl="1"/>
            <a:r>
              <a:rPr lang="en-US" dirty="0"/>
              <a:t>Status:	in-progress</a:t>
            </a:r>
          </a:p>
          <a:p>
            <a:r>
              <a:rPr lang="en-US" dirty="0"/>
              <a:t>Patrick </a:t>
            </a:r>
            <a:r>
              <a:rPr lang="en-US" dirty="0" err="1"/>
              <a:t>Muradaz</a:t>
            </a:r>
            <a:endParaRPr lang="en-US" dirty="0"/>
          </a:p>
          <a:p>
            <a:pPr lvl="1"/>
            <a:r>
              <a:rPr lang="en-US" dirty="0"/>
              <a:t>Implementing the DHT node joining logic</a:t>
            </a:r>
          </a:p>
          <a:p>
            <a:pPr lvl="1"/>
            <a:r>
              <a:rPr lang="en-US" dirty="0"/>
              <a:t>Status:	in-progress</a:t>
            </a:r>
          </a:p>
        </p:txBody>
      </p:sp>
      <p:pic>
        <p:nvPicPr>
          <p:cNvPr id="5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36A94692-42A3-4CDC-19AC-466D38672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4045" y="5828377"/>
            <a:ext cx="1821426" cy="102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42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22E8-6966-0B7A-9D5F-E97863A61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9F0D-84A8-9BB5-7D51-43A1323A9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511711"/>
            <a:ext cx="10178322" cy="3593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hlinkClick r:id="rId2"/>
              </a:rPr>
              <a:t>terence.schofield@vanderbilt.edu</a:t>
            </a:r>
            <a:endParaRPr lang="en-US"/>
          </a:p>
          <a:p>
            <a:r>
              <a:rPr lang="en-US">
                <a:hlinkClick r:id="rId3"/>
              </a:rPr>
              <a:t>john.gordley@vanderbilt.edu</a:t>
            </a:r>
            <a:endParaRPr lang="en-US"/>
          </a:p>
          <a:p>
            <a:r>
              <a:rPr lang="en-US">
                <a:hlinkClick r:id="rId4"/>
              </a:rPr>
              <a:t>patrick.muradaz@vanderbilt.edu</a:t>
            </a:r>
            <a:endParaRPr lang="en-US"/>
          </a:p>
        </p:txBody>
      </p:sp>
      <p:pic>
        <p:nvPicPr>
          <p:cNvPr id="5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2F2EE11B-01E1-9CAE-8D70-0B9B1B31A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4045" y="5828377"/>
            <a:ext cx="1821426" cy="102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43114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{1855CFD0-A50B-2F46-85BD-0B37CA360DC4}tf10001071</Template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Badge</vt:lpstr>
      <vt:lpstr>Dynamic DHT VISUALIZATION</vt:lpstr>
      <vt:lpstr>What do we want to accomplish?</vt:lpstr>
      <vt:lpstr>Tech Stack</vt:lpstr>
      <vt:lpstr>Our Project</vt:lpstr>
      <vt:lpstr>Code Logic Breakdown</vt:lpstr>
      <vt:lpstr>Plug and Play Visualization Code</vt:lpstr>
      <vt:lpstr>Teammates and Work Split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DHT Presentation</dc:title>
  <dc:creator>Patrick Muradaz</dc:creator>
  <cp:revision>33</cp:revision>
  <dcterms:created xsi:type="dcterms:W3CDTF">2023-04-05T19:36:19Z</dcterms:created>
  <dcterms:modified xsi:type="dcterms:W3CDTF">2023-04-18T17:51:16Z</dcterms:modified>
</cp:coreProperties>
</file>