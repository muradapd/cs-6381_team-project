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523E9-BA7F-1358-513F-5FCBCF1EE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8ADD73-6F67-7B47-57A4-D4E3D50051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C4C50-58D4-DBC8-87D1-649B530BA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AB95-D1A8-43B9-9993-54F32BEB2F2F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C3DC4-8BAC-67A7-55F3-780D8616C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0FADF-2CB0-4544-9231-498D8637D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E241-C91B-4A0C-BCFE-3F8A4623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054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F76EA-3C42-6A8B-C51A-93BE6FB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76454-E109-0B0D-335D-30B59F217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1C04B-E3ED-94F2-7058-B25084FFF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AB95-D1A8-43B9-9993-54F32BEB2F2F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CDBE2-EE47-C83A-0A73-C7716CF62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DEC0C-4253-0497-2AAA-CFE404B11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E241-C91B-4A0C-BCFE-3F8A4623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290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08F1A-FBF4-EA3B-3A3C-3A71CB1F4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EA012-74B1-D1EE-403E-7474AF9F6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3B167-63C7-1E27-B5D9-925D7B4B0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AB95-D1A8-43B9-9993-54F32BEB2F2F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DC4A6-68BF-18BF-97ED-1EB4D682F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7D95E-3ABC-0F34-3F94-92139AC03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E241-C91B-4A0C-BCFE-3F8A4623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93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28150-0EC0-1898-88B5-42722A32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47B58-65DA-DDE4-2206-CA2A72879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B60AC-F418-4331-30E1-4849DFA4B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13C52-54D0-2B73-BA57-D700BF929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AB95-D1A8-43B9-9993-54F32BEB2F2F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AF008B-0C7F-DEDE-E45B-55680EC4A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5E2C6-E7AB-3259-59A6-5A46882C1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E241-C91B-4A0C-BCFE-3F8A4623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905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6B593-28B6-04EF-ECA1-88581F334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1C2B6-E119-E76D-0FD1-17BBDD5AE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16E0CD-BD26-8FC6-6A0B-BD9A94E54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8C26D7-E62D-68F9-E768-F4DF75F4E1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37073D-F791-FCEF-92C9-A4F1C1CDA8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ACE3E1-0C7B-D78D-1732-7393CAAA1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AB95-D1A8-43B9-9993-54F32BEB2F2F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333C61-B4A8-383D-D28D-DA24C850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70C543-5F0A-CE8D-F96C-60315C2AF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E241-C91B-4A0C-BCFE-3F8A4623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525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8334B-91FD-D747-47C0-B29A0EC34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61C675-8FEB-FB87-A80E-413B39B76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AB95-D1A8-43B9-9993-54F32BEB2F2F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B2A33-F006-3F1D-27B4-2F5FD7313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FD16E3-2118-DD9E-C0E1-20B6D10CE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E241-C91B-4A0C-BCFE-3F8A4623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440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854A4-B4AB-FDFD-8458-9F938029C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AB95-D1A8-43B9-9993-54F32BEB2F2F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7B80E1-67A5-F82E-1A64-E4D3B3648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87B63-5DF0-BDCB-9ADA-9DC50EC43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E241-C91B-4A0C-BCFE-3F8A4623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859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68550-2931-C591-36CA-0454B3F65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88751-5C0A-9EFF-9D88-64CCB0205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FBE78-1A16-4C4B-61AA-8F0D8EBDA7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3DEDF0-CC19-3CCA-048C-3F7A9EDBB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AB95-D1A8-43B9-9993-54F32BEB2F2F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D1638F-6C1A-3EBA-E08D-6D19EDDD7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59F85-BDED-8EB0-4D41-941B207BF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E241-C91B-4A0C-BCFE-3F8A4623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386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5516C-3DD8-BED5-7330-900D4F0D6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07AFCF-173A-FBC7-B60B-8FB015521F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1CC640-112E-12B8-8DA8-6B46B728EC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CE97B-9302-CA9A-66B9-6B8CD9D60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AB95-D1A8-43B9-9993-54F32BEB2F2F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D61A47-DC65-9AFD-3C3B-8CDA4886C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EB6AC-15A9-0E48-9F6F-19E5369F4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E241-C91B-4A0C-BCFE-3F8A4623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918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89C99-F84E-BB79-06E7-7B6908064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98EF8C-3985-C15E-4FDD-3DA8313E5C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548CC-76FF-F93A-6705-193704117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AB95-D1A8-43B9-9993-54F32BEB2F2F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A86FD-6643-C669-2787-84EFC1B4A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36D83-B4CF-D14F-1983-59624EEDB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E241-C91B-4A0C-BCFE-3F8A4623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784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F95C73-B217-1F26-54C2-6564CEF959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38B7D1-CA60-741B-28A3-5B8B9A626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B80CA-F04E-028F-2B4E-44A540EB2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8AB95-D1A8-43B9-9993-54F32BEB2F2F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43936-491D-2AD7-42D2-A2B05AD2E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5739F-E3B9-94AC-4D13-128F8AF48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E241-C91B-4A0C-BCFE-3F8A4623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663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99CB89-BC12-1720-9499-12E0B5381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7C719-BADC-E784-ABCB-697715A9D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9A0FD-61ED-6572-46A9-EAC961DDF5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8AB95-D1A8-43B9-9993-54F32BEB2F2F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0F079-10E5-B6D6-BEE1-E2FB79722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5D6DF-7247-8136-45A3-D1000A6A9B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CEE241-C91B-4A0C-BCFE-3F8A4623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912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jack.gordley@vanderbilt.edu" TargetMode="External"/><Relationship Id="rId2" Type="http://schemas.openxmlformats.org/officeDocument/2006/relationships/hyperlink" Target="mailto:terence.schofield@vanderbilt.edu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patrick.Muradaz@vanderbilt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D22FF-0EC5-1E9E-5880-81033E2DE9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Dynamic DHT Project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D07A2-3F02-F374-7872-3C327B4E35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Terence Schofield, Jack </a:t>
            </a:r>
            <a:r>
              <a:rPr lang="en-US" dirty="0" err="1"/>
              <a:t>Gordley</a:t>
            </a:r>
            <a:r>
              <a:rPr lang="en-US" dirty="0"/>
              <a:t>, Patrick Muradaz</a:t>
            </a:r>
          </a:p>
        </p:txBody>
      </p:sp>
    </p:spTree>
    <p:extLst>
      <p:ext uri="{BB962C8B-B14F-4D97-AF65-F5344CB8AC3E}">
        <p14:creationId xmlns:p14="http://schemas.microsoft.com/office/powerpoint/2010/main" val="3108989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B17F-9481-BBF7-C93A-263F354A1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do we want to accomplish?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7F069-DCA0-1091-BAD8-415B67C90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aim to make the DHT ring that was started in PA2 more dynamic</a:t>
            </a:r>
          </a:p>
          <a:p>
            <a:pPr lvl="1"/>
            <a:r>
              <a:rPr lang="en-US" dirty="0"/>
              <a:t>The ring will accept new nodes and handle dropped nodes on the fly</a:t>
            </a:r>
          </a:p>
          <a:p>
            <a:pPr lvl="1"/>
            <a:r>
              <a:rPr lang="en-US" dirty="0"/>
              <a:t>The ring will be able to handle requests faster by using “short-circuits”</a:t>
            </a:r>
          </a:p>
          <a:p>
            <a:endParaRPr lang="en-US" dirty="0"/>
          </a:p>
          <a:p>
            <a:r>
              <a:rPr lang="en-US" dirty="0"/>
              <a:t>We would also like to add visualizations to the DHT ring</a:t>
            </a:r>
          </a:p>
          <a:p>
            <a:pPr lvl="1"/>
            <a:r>
              <a:rPr lang="en-US" dirty="0"/>
              <a:t>We will be using &lt;insert package&gt; to make a simple graphical display of the DHT ring in action as our experiments run</a:t>
            </a:r>
          </a:p>
          <a:p>
            <a:pPr lvl="1"/>
            <a:endParaRPr lang="en-US" dirty="0"/>
          </a:p>
          <a:p>
            <a:r>
              <a:rPr lang="en-US" dirty="0"/>
              <a:t>We plan to demo the visualization of DHT ring as it handles node joins, exits, and pub/sub requests</a:t>
            </a:r>
          </a:p>
        </p:txBody>
      </p:sp>
    </p:spTree>
    <p:extLst>
      <p:ext uri="{BB962C8B-B14F-4D97-AF65-F5344CB8AC3E}">
        <p14:creationId xmlns:p14="http://schemas.microsoft.com/office/powerpoint/2010/main" val="954416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52C82-7B06-916D-1DCB-695944511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DEED6-5859-F5D1-54FB-E67FA1491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be building on top of the work done for PA 2 so we will be using Python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may also use zookeeper to implement some of the logic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will be using the &lt;insert package&gt; to build the graphical visualization of the DHT ring</a:t>
            </a:r>
          </a:p>
        </p:txBody>
      </p:sp>
    </p:spTree>
    <p:extLst>
      <p:ext uri="{BB962C8B-B14F-4D97-AF65-F5344CB8AC3E}">
        <p14:creationId xmlns:p14="http://schemas.microsoft.com/office/powerpoint/2010/main" val="1878560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38D8E-3785-F207-309A-3D07BAB9D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Teammates and Work Split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8627F-3922-A1B5-45E6-D0189FF04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Terence Schofield</a:t>
            </a:r>
          </a:p>
          <a:p>
            <a:pPr lvl="1"/>
            <a:r>
              <a:rPr lang="en-US" dirty="0"/>
              <a:t>Implementing “short-circuits” logic</a:t>
            </a:r>
          </a:p>
          <a:p>
            <a:pPr lvl="1"/>
            <a:r>
              <a:rPr lang="en-US" dirty="0"/>
              <a:t>Status:	in-progress</a:t>
            </a:r>
          </a:p>
          <a:p>
            <a:r>
              <a:rPr lang="en-US" dirty="0"/>
              <a:t>Jack </a:t>
            </a:r>
            <a:r>
              <a:rPr lang="en-US" dirty="0" err="1"/>
              <a:t>Gordley</a:t>
            </a:r>
            <a:endParaRPr lang="en-US" dirty="0"/>
          </a:p>
          <a:p>
            <a:pPr lvl="1"/>
            <a:r>
              <a:rPr lang="en-US" dirty="0"/>
              <a:t>Implementing the graphical visualization</a:t>
            </a:r>
          </a:p>
          <a:p>
            <a:pPr lvl="1"/>
            <a:r>
              <a:rPr lang="en-US" dirty="0"/>
              <a:t>Status:	in-progress</a:t>
            </a:r>
          </a:p>
          <a:p>
            <a:r>
              <a:rPr lang="en-US" dirty="0"/>
              <a:t>Patrick Muradaz</a:t>
            </a:r>
          </a:p>
          <a:p>
            <a:pPr lvl="1"/>
            <a:r>
              <a:rPr lang="en-US" dirty="0"/>
              <a:t>Implementing node join/exit logic</a:t>
            </a:r>
          </a:p>
          <a:p>
            <a:pPr lvl="1"/>
            <a:r>
              <a:rPr lang="en-US" dirty="0"/>
              <a:t>Status:</a:t>
            </a:r>
            <a:r>
              <a:rPr lang="en-US"/>
              <a:t>	in-progress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742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22E8-6966-0B7A-9D5F-E97863A61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A9F0D-84A8-9BB5-7D51-43A1323A9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terence.schofield@vanderbilt.edu</a:t>
            </a:r>
            <a:endParaRPr lang="en-US" dirty="0"/>
          </a:p>
          <a:p>
            <a:r>
              <a:rPr lang="en-US" dirty="0">
                <a:hlinkClick r:id="rId3"/>
              </a:rPr>
              <a:t>jack.gordley@vanderbilt.edu</a:t>
            </a:r>
            <a:endParaRPr lang="en-US" dirty="0"/>
          </a:p>
          <a:p>
            <a:r>
              <a:rPr lang="en-US" dirty="0">
                <a:hlinkClick r:id="rId4"/>
              </a:rPr>
              <a:t>patrick.Muradaz@vanderbilt.edu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343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227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Dynamic DHT Project Presentation</vt:lpstr>
      <vt:lpstr>What do we want to accomplish?</vt:lpstr>
      <vt:lpstr>Tech Stack</vt:lpstr>
      <vt:lpstr>Teammates and Work Split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DHT Presentation</dc:title>
  <dc:creator>Patrick Muradaz</dc:creator>
  <cp:lastModifiedBy>Patrick Muradaz</cp:lastModifiedBy>
  <cp:revision>5</cp:revision>
  <dcterms:created xsi:type="dcterms:W3CDTF">2023-04-05T19:36:19Z</dcterms:created>
  <dcterms:modified xsi:type="dcterms:W3CDTF">2023-04-05T19:51:23Z</dcterms:modified>
</cp:coreProperties>
</file>